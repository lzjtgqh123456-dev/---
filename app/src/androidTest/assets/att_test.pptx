
<file path=[Content_Types].xml><?xml version="1.0" encoding="utf-8"?>
<Types xmlns="http://schemas.openxmlformats.org/package/2006/content-types"/>
</file>

<file path=ppt/presentation.xml><?xml version="1.0" encoding="utf-8"?>
<p:presentation xmlns:p="x"/>
</file>

<file path=ppt/slides/slide1.xml><?xml version="1.0" encoding="utf-8"?>
<p:sld xmlns:p="x" xmlns:a="a">
  <a:t>PPT-CODE-2233</a:t>
</p:sld>
</file>

<file path=ppt/slides/slide2.xml><?xml version="1.0" encoding="utf-8"?>
<p:sld xmlns:p="x" xmlns:a="a">
  <a:t>second slide text</a:t>
</p:sld>
</file>